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1828800" cy="18288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STRANDS AGENTS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 to Core Concepts &amp; Building Agents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5146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5146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25146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Official strandsagents.com Documentation ·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AWS Strands?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Philosophy, origin, and why it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54864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Tools · Prompt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48840"/>
            <a:ext cx="54864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488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with a revenue alert example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148840"/>
            <a:ext cx="54864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488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Deep Dive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decorator, MCP, community tools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83280"/>
            <a:ext cx="54864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832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Patterns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Swarm, Graph, A2A, Agent-as-Tool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3832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383280"/>
            <a:ext cx="54864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832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&amp; Deployment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observability, AWS deployment targets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AWS STRANDS AGENTS?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code-first SDK for building production-grade AI agents — released by AWS in May 2025.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PHILOSOPHY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hardcode control flow. Let the LLM reason and plan autonomously. The model decides what to do next — not the developer.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PRODUCTION AT AWS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42900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 Developer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74904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06908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Reachability Analyzer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868680"/>
            <a:ext cx="3383280" cy="1737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WORKFLOW-DRIVEN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1261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codes every step, branch &amp; decision. Rigid and hard to maintain.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LangGraph, raw state machines)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788920"/>
            <a:ext cx="3383280" cy="2011680"/>
          </a:xfrm>
          <a:prstGeom prst="rect">
            <a:avLst/>
          </a:prstGeom>
          <a:solidFill>
            <a:srgbClr val="E8F0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MODEL-DRIVEN (Strands)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 and plans. You define WHO the agent is and WHAT it can do. The model handles HOW.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· Flexible · Low maintenance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 PILLARS OF EVERY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Strands agent is built from exactly three components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834640" cy="3566160"/>
          </a:xfrm>
          <a:prstGeom prst="rect">
            <a:avLst/>
          </a:prstGeom>
          <a:solidFill>
            <a:srgbClr val="1E293B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83464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91440" cy="914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202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(default)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24328"/>
            <a:ext cx="91440" cy="914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7860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Gemini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82696"/>
            <a:ext cx="91440" cy="914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23697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LiteLLM, SageMaker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941064"/>
            <a:ext cx="91440" cy="914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8953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 in ONE line of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834640" cy="3566160"/>
          </a:xfrm>
          <a:prstGeom prst="rect">
            <a:avLst/>
          </a:prstGeom>
          <a:solidFill>
            <a:srgbClr val="1E293B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34440"/>
            <a:ext cx="283464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4612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196596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19202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decorator on any function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6243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257860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328269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323697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community pre-built tools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394106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38953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MCP servers available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1234440"/>
            <a:ext cx="2834640" cy="35661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234440"/>
            <a:ext cx="28346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1792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19659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19202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WHO the agent 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5080" y="26243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257860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behavior &amp; constraints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5080" y="32826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323697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communication style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39410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8953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 tuning lever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 +  TOOLS  +  PROMPT  =  A Complete, Production-Ready Agent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AGENTIC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841248"/>
            <a:ext cx="5669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84124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message to the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" y="1261872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1581912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81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600200"/>
            <a:ext cx="5669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0020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message + full conversation history + list of available tools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" y="2020824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4320" y="2340864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359152"/>
            <a:ext cx="5669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359152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responds: Final answer → loop ENDS, or Tool call request → continue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" y="2779776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74320" y="3099816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9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118104"/>
            <a:ext cx="5669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118104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executes the requested tool automatically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" y="3538728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4320" y="3858768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58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3877056"/>
            <a:ext cx="5669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87705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is appended to conversation history → return to Step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822960"/>
            <a:ext cx="2194560" cy="4069080"/>
          </a:xfrm>
          <a:prstGeom prst="rect">
            <a:avLst/>
          </a:prstGeom>
          <a:solidFill>
            <a:srgbClr val="E8F0FE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914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when to STOP. You write zero exit conditions.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also runs tool calls in PARALLEL when multiple tools are needed simultaneously.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context accumulates across every iteration.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LOOP IN ACTION — THE REVENUE ALERT EXAMPLE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User: "Check January revenue. If below $2M, alert the finance team on Slack immediately."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20624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ITERATION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Reasons &amp; Picks First Tool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thinks: 'I need revenue data before deciding.' → Calls query_database tool with SQL for January totals.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0624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ITERATION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01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Runs → Result Returns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returns: January revenue = $1,500,000. Result added to conversation history. Model is invoked again.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20624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08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ITERATION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Analyzes &amp; Decides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reasons: '$1.5M &lt; $2M threshold — condition met.' → Calls send_slack_alert tool to #finance-alerts channel.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108960"/>
            <a:ext cx="420624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108960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108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ITERATION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Sent → Final Answer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confirmed. Model has all results. Produces final text response summarizing what happened. LOOP ENDS.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developer wrote ZERO orchestration logic. The model made all decisions autonomously.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— GIVING AGENTS SUPERPOWERS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 Custom Tools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73152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63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decorator on any Python function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221992"/>
            <a:ext cx="73152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762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tool description for the 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935224"/>
            <a:ext cx="73152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88950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→ auto-generated parameter schema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648456"/>
            <a:ext cx="73152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0273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JSON schema required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22960"/>
            <a:ext cx="2834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822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 MCP Protocol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1508760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1463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USB-C for AI tools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2221992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21762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to thousands of tool servers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2935224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288950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AWS Docs, GitHub, DB connectors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3648456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360273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all agent frameworks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82296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822960"/>
            <a:ext cx="283464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822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 Community Tools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1508760"/>
            <a:ext cx="73152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463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strands-agents-tools package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2221992"/>
            <a:ext cx="73152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21762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python_repl — execute Python dynamically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55080" y="2935224"/>
            <a:ext cx="73152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88950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http_request — call any REST API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55080" y="3648456"/>
            <a:ext cx="73152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360273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file_read/write, shell, calculator, and more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E8F0F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Write detailed docstrings — the model reads them to decide WHEN and HOW to call each tool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1828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914400"/>
            <a:ext cx="1005840" cy="2560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914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as Tool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wraps another as a callable tool. Orchestrator delegates to specialist. Ideal for clear separation of concerns — e.g., researcher + writer.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roles are distinct &amp; sequential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10972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914400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914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0328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1280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network of agents. Any agent can hand off to any other dynamically. No permanent orchestrator. Optimal path emerges at runtime.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0328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best path is unknown in advance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109728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971800"/>
            <a:ext cx="10058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nodes (agents) and edges (allowed transitions). Guarantees execution order. Perfect for compliance-critical or sequential pipelines.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order must be guaranteed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0360"/>
            <a:ext cx="10972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971800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2971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0328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Agent2Agent (A2A)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0328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for cross-framework communication. A Strands agent can call a LangGraph, CrewAI, or any A2A-compatible agent. True interoperability.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teams use different frameworks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MANAGEMENT &amp; OBSERVABILITY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agents are stateless. Session managers enable memory across conversations.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3840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965960"/>
            <a:ext cx="73152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93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FileSessionManager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Development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3840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788920"/>
            <a:ext cx="73152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163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S3SessionManager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3840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11880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39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Memory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Enterprise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822960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822960"/>
            <a:ext cx="4251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822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OBSERVABILITY (Built-in)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OpenTelemetry support — no instrumentation code needed in your agent logic.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39319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9933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1993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304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tool call graph with latency per step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39319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16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03520" y="28163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1272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counts, tool calls, loop iterations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39319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6393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3639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9502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logs with session context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4480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to: CloudWatch · Datadog · Jaeger · Grafana · Honeycomb · Any OTEL backend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OPTIONS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62763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event-driven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1261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14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idle cost — pay per invocation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82296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822960"/>
            <a:ext cx="1627632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8229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21408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AgentCore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21408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runtime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12848" y="2450592"/>
            <a:ext cx="1261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2514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up to 8hr · OAuth · IAM · OTEL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85616" y="82296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822960"/>
            <a:ext cx="1627632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8229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77056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Fargate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77056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agents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68496" y="2450592"/>
            <a:ext cx="1261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2514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Long-running, no server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41264" y="82296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41264" y="822960"/>
            <a:ext cx="162763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8229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32704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32704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at scale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24144" y="2450592"/>
            <a:ext cx="1261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32704" y="2514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High-scale agent clusters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912" y="82296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96912" y="822960"/>
            <a:ext cx="1627632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8229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⊡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88352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88352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containers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79792" y="2450592"/>
            <a:ext cx="1261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88352" y="25146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cloud or on-premises deployment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45152"/>
            <a:ext cx="8595360" cy="429768"/>
          </a:xfrm>
          <a:prstGeom prst="rect">
            <a:avLst/>
          </a:prstGeom>
          <a:solidFill>
            <a:srgbClr val="E8F0F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645152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Bedrock AgentCore Recommended for Enterprise — Secure, Serverless, Managed Runtime with Full AWS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 from this lecture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8346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83464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Model-Driven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 autonomously. You don't hardcode steps.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8346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83464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Pillars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Tools + Prompt = any agent.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28346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834640"/>
            <a:ext cx="283464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Loop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until LLM decides it's done. No manual exit.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8346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28346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@tool Decorator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become tool schemas. Zero boilerplate.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4526280"/>
            <a:ext cx="28346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4526280"/>
            <a:ext cx="283464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4709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5166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patterns: Agent-as-Tool, Swarm, Graph, A2A.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283464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4526280"/>
            <a:ext cx="283464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709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Ready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5166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OTEL, session managers, 6+ deploy targets.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strandsagents.com/latest  ·  github.com/strands-agents/sdk-python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Strands Agents — Complete Guide</dc:title>
  <dc:subject>PptxGenJS Presentation</dc:subject>
  <dc:creator>MIT Lecture Series</dc:creator>
  <cp:lastModifiedBy>MIT Lecture Series</cp:lastModifiedBy>
  <cp:revision>1</cp:revision>
  <dcterms:created xsi:type="dcterms:W3CDTF">2026-02-22T14:00:56Z</dcterms:created>
  <dcterms:modified xsi:type="dcterms:W3CDTF">2026-02-22T14:00:56Z</dcterms:modified>
</cp:coreProperties>
</file>